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71" r:id="rId12"/>
    <p:sldId id="270" r:id="rId13"/>
    <p:sldId id="269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120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58046-4673-E2AB-2145-530391F97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C1EE8F-A2BA-B00E-EB08-39EF43A52E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530A0-0801-ABD9-A772-98BE8E31C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C73DD-C604-4281-B292-950A347E0885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D5556-5D37-5C35-92B8-B9D153EB9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19EFB-42C1-970C-FA8D-8FE1A2595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2C6A-376C-4A6C-883B-91B149A87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095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75964-0E99-C482-9652-0EFF1913E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7C848-3EE0-F9F1-E9D3-3043827B3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AD00D-D209-D760-2689-3BAB5EB7F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C73DD-C604-4281-B292-950A347E0885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04B83-9970-7BB3-39C4-D404579EE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5526C-A140-1B72-17F2-7F1F33D43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2C6A-376C-4A6C-883B-91B149A87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372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062D4-DF05-0462-C209-11B879899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0F3A3-DE96-7B38-80B7-A63200CD0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A4099-6B88-7C56-F2D2-34716BB78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C73DD-C604-4281-B292-950A347E0885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3FB12-7CF0-4622-9BF4-B73B79A81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B03CC-F8A9-628F-9D4E-80BC24AA1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2C6A-376C-4A6C-883B-91B149A87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76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F732E-9D88-47D6-22F8-9396C8CDB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323F5-050F-1697-B218-04EB7E4EA1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17731E-51E9-6BA2-0EBE-03C2DFEF4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35989-A03B-671C-80EF-B04B02F6B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C73DD-C604-4281-B292-950A347E0885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4156CE-715C-875C-2392-1BD4BFC21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3446F8-55FF-CF30-5313-DC9E016B9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2C6A-376C-4A6C-883B-91B149A87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392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0171B-8207-D436-8107-C21FE7E5C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B5518-7758-A63B-9E24-64CB2C8B6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F63AE9-5BE5-1333-FB78-F92EE929E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F1F8E6-110C-514B-8EAD-B862207050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26E451-8C14-015B-09D4-DE54BFCABC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738916-2CC8-720B-6925-4693A1A75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C73DD-C604-4281-B292-950A347E0885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456A03-5DFF-7E41-EE57-A4C03E5C8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E6A254-6513-AF2B-E25F-A075F81E8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2C6A-376C-4A6C-883B-91B149A87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857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83B3F-503B-ACDB-9764-CA813D85E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F484A0-6E91-511B-37CC-6CB8BC7BC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C73DD-C604-4281-B292-950A347E0885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AD0395-ED70-B4E7-7208-C90E6C977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68C2D6-DB9C-79FA-0C7A-4B90B2DE2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2C6A-376C-4A6C-883B-91B149A87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78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F927A6-9523-BD09-92C5-5E3952DE2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C73DD-C604-4281-B292-950A347E0885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1DCA0C-6237-E3FB-7E58-EE9E7F0FB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72276-C10C-BF7A-D90E-6B83A41F6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2C6A-376C-4A6C-883B-91B149A87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71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D89C6-5609-4F35-FAAC-020C4065C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858C0-1FB9-4B82-D2B4-BD0FD2D4A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F3F84-CD6D-0367-8558-4B1EC81589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CEC49-DAB8-D581-5B4D-4D600D7F4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C73DD-C604-4281-B292-950A347E0885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4936B1-6A2B-B6FF-8730-CE7874DB8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6DCDB1-27A7-9592-22A0-8432A7F73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2C6A-376C-4A6C-883B-91B149A87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42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68C1E-676E-205F-4208-9D4D3A5CE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6E64CE-E106-1F4E-3D41-8308B0937A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DAEC4-6858-FE3E-A2C2-6830C39A7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9375D-A612-782E-C437-1A651E8A4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C73DD-C604-4281-B292-950A347E0885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75B23-5716-FBB0-67CD-A23AEACF7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32B8E-A792-9A97-FD72-500348614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2C6A-376C-4A6C-883B-91B149A87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86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4CB2C-F12E-2220-DA95-C88F84525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FD5A8F-0A43-11FC-10BE-5011BBE29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128B0-9775-1F21-45A3-046FAC13A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C73DD-C604-4281-B292-950A347E0885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40B37-635D-F580-A1D8-3D6D94C49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A7530-58FF-6873-82E5-16191D042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2C6A-376C-4A6C-883B-91B149A87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22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956093-C39C-330E-4380-FF2CA9E2B4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7A05C4-D188-DE3B-2744-150A4F79D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D88C6-B359-3A5D-3926-3A0AD16A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C73DD-C604-4281-B292-950A347E0885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E2488-66B0-4E35-71BE-190A9E9B1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346EA-9F31-D48D-1B9C-4965B892D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2C6A-376C-4A6C-883B-91B149A87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437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342C61-BF89-F966-CB0E-47C8E629D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40302-1675-9A18-6D70-EF0A09B02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5A602-8840-5334-BF2D-C7638F7DE6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2C73DD-C604-4281-B292-950A347E0885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81DF1-E88C-417D-9F6A-84CEBFA2C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5C941-7BCA-6785-F88C-F148DD5D6F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A22C6A-376C-4A6C-883B-91B149A87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417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CCED0-C7D9-EF62-3BA7-83D543965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52952" cy="1325563"/>
          </a:xfrm>
        </p:spPr>
        <p:txBody>
          <a:bodyPr>
            <a:normAutofit/>
          </a:bodyPr>
          <a:lstStyle/>
          <a:p>
            <a:r>
              <a:rPr lang="en-US" sz="2800" dirty="0"/>
              <a:t>CodiEsp</a:t>
            </a:r>
            <a:br>
              <a:rPr lang="en-US" sz="2800" dirty="0"/>
            </a:br>
            <a:r>
              <a:rPr lang="en-US" sz="2800" dirty="0"/>
              <a:t>1000 Clinical Cases</a:t>
            </a:r>
            <a:br>
              <a:rPr lang="en-US" sz="2800" dirty="0"/>
            </a:br>
            <a:r>
              <a:rPr lang="en-US" sz="2800" dirty="0"/>
              <a:t>Knowledge Graph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72DBB9-787B-5490-37B7-230A68F20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879" y="118241"/>
            <a:ext cx="77485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681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2B6AC-A0D7-834C-40E1-25F85FFCD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ICD-10 Code: C22.0 – Liver Cell Carcinoma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DD27070-B7CB-1D97-C315-459D8B230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725" y="374523"/>
            <a:ext cx="8962806" cy="6483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701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F616B-2BCA-58C7-24B6-26BCA39F5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ICD-10 Code: E11.9 – Type 2 diabetes mellitus without complications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5F1B1AC-E0F7-80C3-810F-8313EDF79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725" y="1007466"/>
            <a:ext cx="8087820" cy="5850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6161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0233B-771D-64F6-A400-F3314058C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ICD-10 Code: E66.9 - Obesity, unspecified 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8AB16510-C856-AA48-4E59-CEC2CCBF8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725" y="659634"/>
            <a:ext cx="8568668" cy="6198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0027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EEC9-5BD1-EAE3-0D78-8556AEB6D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ICD-10 Code: E87.1 – Hypo-osmolality and hyponatremia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7118866-EE65-DCF8-66AA-C7DBA9BE2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725" y="0"/>
            <a:ext cx="94805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3227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4F0FF-1A10-E2B7-28F5-7B77D9657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ICD-10 Code: E87.6 - Hypokalemia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352ADBD-34E1-E391-9D64-FB7E6DA42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725" y="0"/>
            <a:ext cx="94805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7818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A714A-9194-2088-AACF-000FDE106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07222-7145-F6E2-CC04-F813AEB9E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ICD-10 Code: I10 - Essential (primary) hypertension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F85E2C1-40DC-8A88-41C6-1DEC5F688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725" y="1018872"/>
            <a:ext cx="8072054" cy="5839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820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F35C3-DAE5-D3DC-C163-C1854E7BE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FD4B9-1E23-474D-57FC-BF92C1721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ICD-10 Code: I50.9 - Heart failure, unspecified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E671CD56-8AD8-A90B-42D6-C1AA41ED0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725" y="317500"/>
            <a:ext cx="9041634" cy="6540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2945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3677E-1BF9-2B76-5440-FCFC4C358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C4F8E-6CA6-7E9B-11ED-F1347AFA0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ICD-10 Code: K74.0 - Hepatic fibrosis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5BACF2DE-4FC2-F8DB-3EA6-AF9AED300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725" y="0"/>
            <a:ext cx="94805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573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3D761-5FE4-A734-C6A2-EC327A387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36FF2-1EAC-EA59-110D-DEA2A6549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ICD-10 Code: K74.60 - Unspecified cirrhosis of liver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785CA3B9-B217-5872-A9F0-01FBD185E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725" y="0"/>
            <a:ext cx="94805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7804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94148-A454-F135-2E41-89E4CFB7A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E0680-78D7-446E-8C89-2604A3528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ICD-10 Code: K76.9 - Liver disease, unspecified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481D5F09-3663-16A3-3FE7-F07646BDB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725" y="0"/>
            <a:ext cx="94805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6352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0CFAC-10E6-75F8-85AD-C2F09D59A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F4CA9-0663-4597-4FBD-C9F0D9918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ICD-10 Code: N28.9 - Disorder of kidney and ureter, unspecified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5A67AF85-8EDC-B721-747C-252E19B2C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725" y="591206"/>
            <a:ext cx="8663261" cy="6266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1788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C449C-D627-B73C-A4C6-04B79814F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702B1-0C01-35BA-BAA2-B08B96F29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ICD-10 Code: R52 - Pain, unspecified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A00C4380-018E-0106-2E1A-BF1FADAA5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725" y="1121510"/>
            <a:ext cx="7930165" cy="5736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1858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E2B99-600C-68BF-8790-CCC4B7C94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FCB8E-84D0-58E0-2285-3800556EC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ICD-10 Code: K08.89  - Other specified disorders of teeth and supporting structures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B04EF912-5024-7C17-DB01-8DE9156BD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725" y="0"/>
            <a:ext cx="94805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8330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126</Words>
  <PresentationFormat>Widescreen</PresentationFormat>
  <Paragraphs>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CodiEsp 1000 Clinical Cases Knowledge Graph</vt:lpstr>
      <vt:lpstr>ICD-10 Code: C22.0 – Liver Cell Carcinoma</vt:lpstr>
      <vt:lpstr>ICD-10 Code: E11.9 – Type 2 diabetes mellitus without complications</vt:lpstr>
      <vt:lpstr>ICD-10 Code: E66.9 - Obesity, unspecified </vt:lpstr>
      <vt:lpstr>ICD-10 Code: E87.1 – Hypo-osmolality and hyponatremia</vt:lpstr>
      <vt:lpstr>ICD-10 Code: E87.6 - Hypokalemia</vt:lpstr>
      <vt:lpstr>ICD-10 Code: I10 - Essential (primary) hypertension</vt:lpstr>
      <vt:lpstr>ICD-10 Code: I50.9 - Heart failure, unspecified</vt:lpstr>
      <vt:lpstr>ICD-10 Code: K74.0 - Hepatic fibrosis</vt:lpstr>
      <vt:lpstr>ICD-10 Code: K74.60 - Unspecified cirrhosis of liver</vt:lpstr>
      <vt:lpstr>ICD-10 Code: K76.9 - Liver disease, unspecified</vt:lpstr>
      <vt:lpstr>ICD-10 Code: N28.9 - Disorder of kidney and ureter, unspecified</vt:lpstr>
      <vt:lpstr>ICD-10 Code: R52 - Pain, unspecified</vt:lpstr>
      <vt:lpstr>ICD-10 Code: K08.89  - Other specified disorders of teeth and supporting structures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terms:created xsi:type="dcterms:W3CDTF">2025-02-27T15:12:38Z</dcterms:created>
  <dcterms:modified xsi:type="dcterms:W3CDTF">2025-02-27T15:28:08Z</dcterms:modified>
</cp:coreProperties>
</file>